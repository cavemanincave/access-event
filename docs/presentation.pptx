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68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Я защищаю проект AccessEvent — веб-платформу для организации мероприятий, доступную людям с нарушениями слуха.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звуковые уведомления и голосовая связь. Цель — визуальная коммуникация.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FR и 8 NFR, ключевое — WCAG 2.1 AA. User Stories в docs/requirements.md.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Трёхслойная архитектура, роли наследуют 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показ сквозного сценария. Сюда можно добавить скриншоты из docs/screenshots.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Вставьте реальное число тестов и дефектов. Покажите вкладку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Направления модернизации: push, ИИ-субтитры, календари.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 и ссылка на репозиторий.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30264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7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088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419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227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232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043519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12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145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535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2836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852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416405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8957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8883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9474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1142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3859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39635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8414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94405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6671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0882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3601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4182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5551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54198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1795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473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0206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800" y="2621260"/>
            <a:ext cx="10883392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D5DB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Инклюзивная платформа мероприятий для людей с нарушениями слуха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3322241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Курков Иван, группа 23ИС-25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69302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7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09.02.07 Информационные системы и программирование · Руководитель: [</a:t>
            </a:r>
            <a:r>
              <a:rPr lang="ru-RU" sz="1400" dirty="0">
                <a:solidFill>
                  <a:srgbClr val="AEB7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Фролова Кира Алексеевна</a:t>
            </a:r>
            <a:r>
              <a:rPr lang="en-US" sz="1400" dirty="0">
                <a:solidFill>
                  <a:srgbClr val="AEB7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и цель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7"/>
            <a:ext cx="5175250" cy="1628542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43803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2182681"/>
            <a:ext cx="4387371" cy="96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Обычные платформы мероприятий опираются на звук и голосовой контакт — для глухих и слабослышащих они бесполезны.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975" y="3481024"/>
            <a:ext cx="5175250" cy="1692275"/>
          </a:xfrm>
          <a:prstGeom prst="roundRect">
            <a:avLst>
              <a:gd name="adj" fmla="val 5816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3150" y="369838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3150" y="4143012"/>
            <a:ext cx="480072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Платформа, где все ключевые события передаются визуально: цветные уведомления, текстовый чат, цветовые статусы.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2</a:t>
            </a:r>
            <a:endParaRPr lang="en-US" sz="1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E3BAE36-D05B-B262-8553-05E4CE06B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312173"/>
            <a:ext cx="4697256" cy="4233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97139" y="150534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Требования и стейкхолдеры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9720" y="767774"/>
            <a:ext cx="3094966" cy="1511568"/>
          </a:xfrm>
          <a:prstGeom prst="roundRect">
            <a:avLst>
              <a:gd name="adj" fmla="val 5739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454324" y="693495"/>
            <a:ext cx="943155" cy="898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5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384477" y="1606927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функциональных требований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41112" y="763474"/>
            <a:ext cx="2492270" cy="1515868"/>
          </a:xfrm>
          <a:prstGeom prst="roundRect">
            <a:avLst>
              <a:gd name="adj" fmla="val 5739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3806085" y="648284"/>
            <a:ext cx="614205" cy="1016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5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5500" dirty="0"/>
          </a:p>
        </p:txBody>
      </p:sp>
      <p:sp>
        <p:nvSpPr>
          <p:cNvPr id="8" name="Text 6"/>
          <p:cNvSpPr/>
          <p:nvPr/>
        </p:nvSpPr>
        <p:spPr>
          <a:xfrm>
            <a:off x="3729651" y="1594152"/>
            <a:ext cx="296509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нефункциональных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1762" y="763475"/>
            <a:ext cx="2864759" cy="1515868"/>
          </a:xfrm>
          <a:prstGeom prst="roundRect">
            <a:avLst>
              <a:gd name="adj" fmla="val 5739"/>
            </a:avLst>
          </a:prstGeom>
          <a:solidFill>
            <a:srgbClr val="1F7A8C"/>
          </a:solidFill>
          <a:ln/>
        </p:spPr>
      </p:sp>
      <p:sp>
        <p:nvSpPr>
          <p:cNvPr id="10" name="Text 8"/>
          <p:cNvSpPr/>
          <p:nvPr/>
        </p:nvSpPr>
        <p:spPr>
          <a:xfrm>
            <a:off x="6459080" y="586277"/>
            <a:ext cx="2964993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5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</a:t>
            </a:r>
            <a:endParaRPr lang="en-US" sz="5500" dirty="0"/>
          </a:p>
        </p:txBody>
      </p:sp>
      <p:sp>
        <p:nvSpPr>
          <p:cNvPr id="11" name="Text 9"/>
          <p:cNvSpPr/>
          <p:nvPr/>
        </p:nvSpPr>
        <p:spPr>
          <a:xfrm>
            <a:off x="6514781" y="1378155"/>
            <a:ext cx="1813202" cy="948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NFR-04: доступность WCAG 2.1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720" y="2573177"/>
            <a:ext cx="3713728" cy="254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Стейкхолдеры:</a:t>
            </a:r>
            <a:r>
              <a:rPr lang="en-US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организатор, участник с нарушением слуха, администратор, переводчик жестового языка, семья участника, владелец платформы. Артефакты: docs/requirements.md, stakeholders.md, tz.md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3</a:t>
            </a:r>
            <a:endParaRPr lang="en-US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2F32008-500B-F803-401B-FA05F9108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20" y="4363115"/>
            <a:ext cx="3476365" cy="180138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9F91632-DD21-EC2D-472E-ED38B0C3E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198" y="2405966"/>
            <a:ext cx="4669766" cy="43453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492633" y="272976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и база данных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2307" y="842472"/>
            <a:ext cx="3035419" cy="1361124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9482" y="919457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504" y="1304037"/>
            <a:ext cx="2782571" cy="2919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HTML, CSS, JS, шаблоны Jinja2. Цветные баннеры вместо звука, чат.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51394" y="855171"/>
            <a:ext cx="3159089" cy="1348425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8469" y="919457"/>
            <a:ext cx="29520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7271" y="1327771"/>
            <a:ext cx="3246880" cy="17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+ Flask, SQLAlchemy, MVC. JWT и хеширование паролей.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84151" y="855171"/>
            <a:ext cx="3380284" cy="1348425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85618" y="87578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46378" y="1304037"/>
            <a:ext cx="3318057" cy="1343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PostgreSQL: users, events, registrations и др. Ограничения PK, FK, UNIQUE, CHECK.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4304" y="2339800"/>
            <a:ext cx="9922128" cy="66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Роли:</a:t>
            </a:r>
            <a:r>
              <a:rPr lang="en-US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guest → user → organizer → admin. </a:t>
            </a:r>
            <a:endParaRPr lang="ru-RU" sz="1600" dirty="0">
              <a:solidFill>
                <a:srgbClr val="33404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r>
              <a:rPr lang="en-US" sz="1600" b="1" dirty="0" err="1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Инфраструктура</a:t>
            </a:r>
            <a:r>
              <a:rPr lang="en-US" sz="1600" b="1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en-US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Docker</a:t>
            </a:r>
            <a:r>
              <a:rPr lang="ru-RU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(Вместо </a:t>
            </a:r>
            <a:r>
              <a:rPr lang="en-US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</a:t>
            </a:r>
            <a:r>
              <a:rPr lang="ru-RU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расширение в </a:t>
            </a:r>
            <a:r>
              <a:rPr lang="en-US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r>
              <a:rPr lang="ru-RU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r>
              <a:rPr lang="en-US" sz="16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GitHub Actions, GHCR. ER-диаграмма: docs/er_diagram.png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4</a:t>
            </a:r>
            <a:endParaRPr lang="en-US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3C37DDC-32E2-E8C3-08CA-298ECA034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81" y="2926477"/>
            <a:ext cx="2062672" cy="270318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A15FD08-E8F1-9C52-0C3D-319B7D9D0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96" y="2926477"/>
            <a:ext cx="5854463" cy="3872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654304" y="116879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5498" y="5868078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Сквозной сценарий в браузере: docker compose up → http://127.0.0.1:5000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5</a:t>
            </a:r>
            <a:endParaRPr lang="en-US" sz="12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74E1538-DC24-724E-FD88-70389E409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95" y="741081"/>
            <a:ext cx="5927462" cy="256032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C32FC82-933D-D3C0-C024-4DDC5D3C1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563" y="645120"/>
            <a:ext cx="5128327" cy="3429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D05B33F-DE22-A471-BE2D-1034E3E7E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43" y="3494876"/>
            <a:ext cx="6098982" cy="2085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417267" y="161794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Тестирование и качество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6</a:t>
            </a:r>
            <a:endParaRPr lang="en-US" sz="1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43E7C33-51B6-2F7E-AC0F-285BBA4FB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62" y="834557"/>
            <a:ext cx="6031680" cy="268467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B83ACA8-6B8F-7732-ABDA-A652010FE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851" y="690035"/>
            <a:ext cx="4409882" cy="4923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193750" y="192343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и развитие (SWOT)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03843" y="853864"/>
            <a:ext cx="2551502" cy="1131588"/>
          </a:xfrm>
          <a:prstGeom prst="roundRect">
            <a:avLst>
              <a:gd name="adj" fmla="val 10459"/>
            </a:avLst>
          </a:prstGeom>
          <a:solidFill>
            <a:srgbClr val="CDEBE6"/>
          </a:solidFill>
          <a:ln/>
        </p:spPr>
      </p:sp>
      <p:sp>
        <p:nvSpPr>
          <p:cNvPr id="4" name="Text 2"/>
          <p:cNvSpPr/>
          <p:nvPr/>
        </p:nvSpPr>
        <p:spPr>
          <a:xfrm>
            <a:off x="521980" y="906549"/>
            <a:ext cx="489229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Сильные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2441" y="1361863"/>
            <a:ext cx="2107720" cy="533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53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Полная инклюзивность, CI/CD, контейнеризация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5125" y="853864"/>
            <a:ext cx="2551502" cy="1131588"/>
          </a:xfrm>
          <a:prstGeom prst="roundRect">
            <a:avLst>
              <a:gd name="adj" fmla="val 10459"/>
            </a:avLst>
          </a:prstGeom>
          <a:solidFill>
            <a:srgbClr val="F9E1B8"/>
          </a:solidFill>
          <a:ln/>
        </p:spPr>
      </p:sp>
      <p:sp>
        <p:nvSpPr>
          <p:cNvPr id="7" name="Text 5"/>
          <p:cNvSpPr/>
          <p:nvPr/>
        </p:nvSpPr>
        <p:spPr>
          <a:xfrm>
            <a:off x="3248614" y="917290"/>
            <a:ext cx="489229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Слабые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53357" y="1357490"/>
            <a:ext cx="2212676" cy="654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53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 push-уведомлений и мобильного приложения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3842" y="2135274"/>
            <a:ext cx="2551502" cy="1211461"/>
          </a:xfrm>
          <a:prstGeom prst="roundRect">
            <a:avLst>
              <a:gd name="adj" fmla="val 8387"/>
            </a:avLst>
          </a:prstGeom>
          <a:solidFill>
            <a:srgbClr val="D6E4F5"/>
          </a:solidFill>
          <a:ln/>
        </p:spPr>
      </p:sp>
      <p:sp>
        <p:nvSpPr>
          <p:cNvPr id="10" name="Text 8"/>
          <p:cNvSpPr/>
          <p:nvPr/>
        </p:nvSpPr>
        <p:spPr>
          <a:xfrm>
            <a:off x="532441" y="2209636"/>
            <a:ext cx="489229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Возможности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2441" y="2638114"/>
            <a:ext cx="2245265" cy="558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53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Субтитры через ИИ, интеграция с календарями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83944" y="2111656"/>
            <a:ext cx="2551502" cy="1211461"/>
          </a:xfrm>
          <a:prstGeom prst="roundRect">
            <a:avLst>
              <a:gd name="adj" fmla="val 8387"/>
            </a:avLst>
          </a:prstGeom>
          <a:solidFill>
            <a:srgbClr val="E8E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248614" y="2236515"/>
            <a:ext cx="489229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Угрозы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82189" y="2571606"/>
            <a:ext cx="2277374" cy="862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53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Конкуренты, требования к хранению персональных данных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7</a:t>
            </a:r>
            <a:endParaRPr lang="en-US" sz="12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2F9B051-DBCC-820A-E177-01106B462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986" y="1575715"/>
            <a:ext cx="5325218" cy="409632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B0FAA96-C05E-7660-4305-D9F0CB7EC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0" y="3496557"/>
            <a:ext cx="6055061" cy="25950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717910" y="1054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7600" y="1569992"/>
            <a:ext cx="1084503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Пройден полный цикл: анализ, проектирование, разработка, тестирование, документация</a:t>
            </a:r>
            <a:endParaRPr lang="en-US" sz="1800" dirty="0"/>
          </a:p>
          <a:p>
            <a:pPr marL="223266" indent="-2232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Работающее веб-приложение на Flask + PostgreSQL в Docker</a:t>
            </a:r>
            <a:endParaRPr lang="en-US" sz="1800" dirty="0"/>
          </a:p>
          <a:p>
            <a:pPr marL="223266" indent="-2232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Автоматические проверки и тесты на GitHub Actions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7600" y="482848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380"/>
              </a:lnSpc>
            </a:pPr>
            <a:r>
              <a:rPr lang="en-US" sz="1700" dirty="0"/>
              <a:t>https://github.com/Cavemanincave/access-event</a:t>
            </a:r>
          </a:p>
        </p:txBody>
      </p:sp>
      <p:sp>
        <p:nvSpPr>
          <p:cNvPr id="5" name="Text 3"/>
          <p:cNvSpPr/>
          <p:nvPr/>
        </p:nvSpPr>
        <p:spPr>
          <a:xfrm>
            <a:off x="407600" y="540509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7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Спасибо за внимание! Готов ответить на вопросы.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30385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EB7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 · Курков И. 23ИС-25 · 8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FB26B-5D36-70EE-C453-C19E892ED9CC}"/>
              </a:ext>
            </a:extLst>
          </p:cNvPr>
          <p:cNvSpPr txBox="1"/>
          <p:nvPr/>
        </p:nvSpPr>
        <p:spPr>
          <a:xfrm>
            <a:off x="407600" y="3403121"/>
            <a:ext cx="10196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научился</a:t>
            </a:r>
            <a:r>
              <a:rPr lang="en-US" dirty="0"/>
              <a:t>,</a:t>
            </a:r>
            <a:r>
              <a:rPr lang="ru-RU" dirty="0"/>
              <a:t> многому новому пройдя через ошибки и баги 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ный градиент">
  <a:themeElements>
    <a:clrScheme name="Темный градиент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484</Words>
  <Application>Microsoft Office PowerPoint</Application>
  <PresentationFormat>Широкоэкранный</PresentationFormat>
  <Paragraphs>69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Nova Light</vt:lpstr>
      <vt:lpstr>Segoe UI</vt:lpstr>
      <vt:lpstr>Темный градиент</vt:lpstr>
      <vt:lpstr>AccessEvent</vt:lpstr>
      <vt:lpstr>Проблема и цель</vt:lpstr>
      <vt:lpstr>Требования и стейкхолдеры</vt:lpstr>
      <vt:lpstr>Архитектура и база данных</vt:lpstr>
      <vt:lpstr>Демонстрация</vt:lpstr>
      <vt:lpstr>Тестирование и качество</vt:lpstr>
      <vt:lpstr>Оценка и развитие (SWOT)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AccessEvent — защита проекта</dc:title>
  <dc:subject/>
  <dc:creator/>
  <cp:lastModifiedBy>Student_2</cp:lastModifiedBy>
  <cp:revision>2</cp:revision>
  <dcterms:created xsi:type="dcterms:W3CDTF">2026-10-16T06:42:34Z</dcterms:created>
  <dcterms:modified xsi:type="dcterms:W3CDTF">2026-10-16T07:40:42Z</dcterms:modified>
</cp:coreProperties>
</file>